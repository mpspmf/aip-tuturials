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264A7"/>
                </a:solidFill>
                <a:latin typeface="Calibri"/>
              </a:rPr>
              <a:t>COMUNICAÇÃO INTERNA  ·  AIP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Microsoft Teams e correio eletrónico:
modelo de comunicação interna
por área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CCE8"/>
                </a:solidFill>
                <a:latin typeface="Calibri"/>
              </a:rPr>
              <a:t>Apresentação institucional  ·  Português (Portugal)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Limitações do modelo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A comunicação interna operacional depende quase exclusivamente do e-mail.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As cadeias de mensagens fragmentam-se; os anexos multiplicam-se; o contexto perde-se.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O Microsoft Teams já se encontra disponível, mas organizado num único Team, com dois canais, para toda a organização.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Essa estrutura é adequada a comunicados gerais, mas insuficiente para o trabalho quotidiano de cada área operacional (AO).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MODELO PROPOSTO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Um Team por área operacional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566160" cy="420624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264A7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Team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Mantém-se para comunicados de interesse transversal. Deixa de ser o espaço do trabalho diário de cada AO.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91640"/>
            <a:ext cx="3566160" cy="420624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745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264A7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Team por 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00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Cada área dispõe do seu espaço de trabalho. O diretor define e gere os canais necessários.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566160" cy="420624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8745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264A7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68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Calibri"/>
              </a:rPr>
              <a:t>E-mail formal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200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Clientes, contratos, decisões oficiais e arquivo documental continuam no correio eletrónico.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CRITÉRIO DE UTILIZAÇÃO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Seleção do canal adequado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429768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264A7"/>
                </a:solidFill>
                <a:latin typeface="Calibri"/>
              </a:rPr>
              <a:t>MICROSOFT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Esclarecimentos e alinhamentos internos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Gestão de projetos e operação corrente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Colaboração em documentos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Reuniões internas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430"/>
                </a:solidFill>
                <a:latin typeface="Calibri"/>
              </a:rPr>
              <a:t>•  Assuntos que requerem resposta célere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429768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314B"/>
                </a:solidFill>
                <a:latin typeface="Calibri"/>
              </a:rPr>
              <a:t>CORREIO ELETRÓNICO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Clientes, fornecedores e entidades externas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Contratos, faturação e auditoria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Decisões formais sujeitas a arquivo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Assuntos de RH e matérias sensíveis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Síntese escrita após decisão no Teams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430"/>
                </a:solidFill>
                <a:latin typeface="Calibri"/>
              </a:rPr>
              <a:t>•  Comunicados críticos: e-mail e canal em simultâneo (Cc)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ESTRUTURA DE CANAIS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Canais recomendados por 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370"/>
                </a:solidFill>
                <a:latin typeface="Calibri"/>
              </a:rPr>
              <a:t>Recomenda-se uma estrutura simples. Criar canais apenas para temas recorrentes ou projetos autónomos.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77724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Geral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85623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430"/>
                </a:solidFill>
                <a:latin typeface="Calibri"/>
              </a:rPr>
              <a:t>Coordenação operacional quotidiana da AO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77724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Avisos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72491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430"/>
                </a:solidFill>
                <a:latin typeface="Calibri"/>
              </a:rPr>
              <a:t>Comunicados da direção da AO — informação unidirecional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11247120" cy="77724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93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Dúvidas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59359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430"/>
                </a:solidFill>
                <a:latin typeface="Calibri"/>
              </a:rPr>
              <a:t>Pedidos de esclarecimento rápidos (substitui o e-mail operacional)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47120" cy="77724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62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Projeto-[nome]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46227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430"/>
                </a:solidFill>
                <a:latin typeface="Calibri"/>
              </a:rPr>
              <a:t>Iniciativas com calendário definido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66360"/>
            <a:ext cx="11247120" cy="77724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30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Operação / turnos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33095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430"/>
                </a:solidFill>
                <a:latin typeface="Calibri"/>
              </a:rPr>
              <a:t>Passagem de informação e prioridades do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PROCEDIMENTO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Cinco ações essenciais no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19456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264A7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Abrir Equipas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747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430"/>
                </a:solidFill>
                <a:latin typeface="Calibri"/>
              </a:rPr>
              <a:t>Identificar o Team da respetiva AO (e não o Team institucional).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737360"/>
            <a:ext cx="219456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264A7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468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Publicar no canal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34747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430"/>
                </a:solidFill>
                <a:latin typeface="Calibri"/>
              </a:rPr>
              <a:t>Contexto, pedido e prazo. Responder na conversa correspondente.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737360"/>
            <a:ext cx="219456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264A7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468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@menção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4747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430"/>
                </a:solidFill>
                <a:latin typeface="Calibri"/>
              </a:rPr>
              <a:t>Identificar o responsável. Utilizar @canal apenas quando for indispensável.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737360"/>
            <a:ext cx="219456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264A7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468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Partilhar ficheiros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4747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430"/>
                </a:solidFill>
                <a:latin typeface="Calibri"/>
              </a:rPr>
              <a:t>Carregar no canal. Manter uma única versão de trabalho.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737360"/>
            <a:ext cx="219456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264A7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4688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Agendar reunião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47472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430"/>
                </a:solidFill>
                <a:latin typeface="Calibri"/>
              </a:rPr>
              <a:t>Realizar a reunião no Teams e registar a decisão no canal.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INTEGRAÇÃO OUTLOOK–TEAMS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Envio simultâneo para e-mail e canal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370"/>
                </a:solidFill>
                <a:latin typeface="Calibri"/>
              </a:rPr>
              <a:t>Aplicável a comunicados relevantes. Não deve ser utilizado para a comunicação operacional corrente.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370332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264A7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Cc do canal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430"/>
                </a:solidFill>
                <a:latin typeface="Calibri"/>
              </a:rPr>
              <a:t>No Teams: opções do canal → Obter endereço de e-mail. No Outlook, incluir esse endereço em Cc. O conteúdo é entregue na caixa de entrada e publicado no canal.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783080"/>
            <a:ext cx="370332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264A7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2316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Partilhar no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430"/>
                </a:solidFill>
                <a:latin typeface="Calibri"/>
              </a:rPr>
              <a:t>Para mensagens já existentes no Outlook: Partilhar no Teams → selecionar o canal da AO. Adequado a correspondência externa que a equipa deve acompanhar.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783080"/>
            <a:ext cx="370332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264A7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2316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Calibri"/>
              </a:rPr>
              <a:t>Ligação do canal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430"/>
                </a:solidFill>
                <a:latin typeface="Calibri"/>
              </a:rPr>
              <a:t>Após publicação no Teams: copiar a ligação da mensagem e incluí-la num e-mail breve dirigido a quem ainda consulta sobretudo o Outlook.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BENEFÍCIOS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Vantagens do Teams na comunicação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430"/>
                </a:solidFill>
                <a:latin typeface="Calibri"/>
              </a:rPr>
              <a:t>•  Respostas no contexto da AO, sem dispersão na caixa de entrada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430"/>
                </a:solidFill>
                <a:latin typeface="Calibri"/>
              </a:rPr>
              <a:t>•  Redução de «Responder a todos» e de múltiplas versões de ficheiros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430"/>
                </a:solidFill>
                <a:latin typeface="Calibri"/>
              </a:rPr>
              <a:t>•  Histórico acessível a novos colaboradores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430"/>
                </a:solidFill>
                <a:latin typeface="Calibri"/>
              </a:rPr>
              <a:t>•  Reuniões, conversação e documentos na mesma plataforma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430"/>
                </a:solidFill>
                <a:latin typeface="Calibri"/>
              </a:rPr>
              <a:t>•  Pesquisa centralizada de pessoas, mensagens e ficheiros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430"/>
                </a:solidFill>
                <a:latin typeface="Calibri"/>
              </a:rPr>
              <a:t>•  E-mail reservado a assuntos formais e comunicação externa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ADOÇÃO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Orientações para colaboradores habituados ao e-mail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A liderança responde no Teams. O exemplo da direção é determinante.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Critério simples: operacional → canal; formal ou externo → e-mail.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Sessão prática de 20 minutos por AO, com demonstração no ecrã.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Designação de um embaixador por área durante a fase inicial.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Configuração de notificações: menções e avisos, sem excesso de alertas.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Nos primeiros 30 dias, comunicados relevantes: e-mail e canal em simultâneo (Cc).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Transição progressiva, com respeito pelos hábitos estabelecidos.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COMUNICADO DE ARRANQUE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Texto recomendado para o canal Geral da AO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4712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2A4A"/>
                </a:solidFill>
                <a:latin typeface="Calibri"/>
              </a:rPr>
              <a:t>«A partir de [data], a comunicação operacional desta AO passa a decorrer neste Team.
Esclarecimentos, alinhamentos, ficheiros de trabalho e reuniões internas: Microsoft Teams.
Clientes, contratos e documentação sujeita a arquivo formal: correio eletrónico.
Assuntos operacionais recebidos por e-mail serão remetidos para este canal,
a fim de preservar o histórico da equipa.
Comunicados de caráter crítico: o mesmo texto no e-mail e neste canal
(endereço do canal em Cc).»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PLANO DE 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Calendário de 90 dias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274320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264A7"/>
                </a:solidFill>
                <a:latin typeface="Calibri"/>
              </a:rPr>
              <a:t>Semana 0–1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Criação dos Teams por AO.
Sessão formativa de 20 min.
Comunicado de arranque.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737360"/>
            <a:ext cx="274320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264A7"/>
                </a:solidFill>
                <a:latin typeface="Calibri"/>
              </a:rPr>
              <a:t>Dia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Esclarecimentos no canal.
Comunicados relevantes:
e-mail e canal.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274320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264A7"/>
                </a:solidFill>
                <a:latin typeface="Calibri"/>
              </a:rPr>
              <a:t>Dia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Revisão da estrutura de canais.
Ajuste de notificações.
Recolha de feedback.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737360"/>
            <a:ext cx="2743200" cy="4114800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264A7"/>
                </a:solidFill>
                <a:latin typeface="Calibri"/>
              </a:rPr>
              <a:t>Dia 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8346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430"/>
                </a:solidFill>
                <a:latin typeface="Calibri"/>
              </a:rPr>
              <a:t>Reuniões da AO no Teams.
Redução do e-mail operacional.
Integração de novos colaboradores.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264A7"/>
                </a:solidFill>
                <a:latin typeface="Calibri"/>
              </a:rPr>
              <a:t>ÂMBITO E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O que esta mudança não implica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Não exige disponibilidade fora do horário de expediente.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Não substitui o e-mail na comunicação com clientes e fornecedores.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Não constitui instrumento de monitorização individual de atividade.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Não obriga à duplicação sistemática de mensagens — apenas em comunicados críticos.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Não elimina o Team institucional; restringe-o a avisos transversais.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Calibri"/>
              </a:rPr>
              <a:t>•  Não requer conhecimentos avançados: cinco ações essenciais são suficientes para iniciar.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4710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AIP  ·  Comunicação interna  ·  Microsoft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47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264A7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Aceder ao Team da respetiva AO.
Utilizar o canal adequado para a comunicação operacional.
Reservar o e-mail para assuntos formais e externos.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CCE8"/>
                </a:solidFill>
                <a:latin typeface="Calibri"/>
              </a:rPr>
              <a:t>Manual: Manual_Microsoft_Teams_AIP.pdf / .docx  ·  Apoio: diretor da AO ou embaixador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